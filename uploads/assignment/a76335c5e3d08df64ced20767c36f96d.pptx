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3F32-EEFE-4638-A62E-70EAB911BA3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8F8B-D60D-44C8-A22C-5F8D1573C7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3F32-EEFE-4638-A62E-70EAB911BA3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8F8B-D60D-44C8-A22C-5F8D1573C7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3F32-EEFE-4638-A62E-70EAB911BA3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8F8B-D60D-44C8-A22C-5F8D1573C7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3F32-EEFE-4638-A62E-70EAB911BA3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8F8B-D60D-44C8-A22C-5F8D1573C7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3F32-EEFE-4638-A62E-70EAB911BA3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8F8B-D60D-44C8-A22C-5F8D1573C7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3F32-EEFE-4638-A62E-70EAB911BA3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8F8B-D60D-44C8-A22C-5F8D1573C7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3F32-EEFE-4638-A62E-70EAB911BA3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8F8B-D60D-44C8-A22C-5F8D1573C7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3F32-EEFE-4638-A62E-70EAB911BA3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8F8B-D60D-44C8-A22C-5F8D1573C7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3F32-EEFE-4638-A62E-70EAB911BA3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8F8B-D60D-44C8-A22C-5F8D1573C7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3F32-EEFE-4638-A62E-70EAB911BA3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8F8B-D60D-44C8-A22C-5F8D1573C7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3F32-EEFE-4638-A62E-70EAB911BA3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8F8B-D60D-44C8-A22C-5F8D1573C700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3F32-EEFE-4638-A62E-70EAB911BA3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8F8B-D60D-44C8-A22C-5F8D1573C7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3F32-EEFE-4638-A62E-70EAB911BA3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8F8B-D60D-44C8-A22C-5F8D1573C70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3F32-EEFE-4638-A62E-70EAB911BA3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8F8B-D60D-44C8-A22C-5F8D1573C7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3F32-EEFE-4638-A62E-70EAB911BA3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8F8B-D60D-44C8-A22C-5F8D1573C7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3F32-EEFE-4638-A62E-70EAB911BA3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8F8B-D60D-44C8-A22C-5F8D1573C7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33F32-EEFE-4638-A62E-70EAB911BA38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FF28F8B-D60D-44C8-A22C-5F8D1573C70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inghub.com/" TargetMode="External"/><Relationship Id="rId2" Type="http://schemas.openxmlformats.org/officeDocument/2006/relationships/hyperlink" Target="https://www.britishcouncil.org.mm/online-learning-hub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ooks.google.com.mm/books?id=tv1U3fyUQq0C&amp;printsec=copyright&amp;redir_esc=y#v=onepage&amp;q&amp;f=false" TargetMode="External"/><Relationship Id="rId5" Type="http://schemas.openxmlformats.org/officeDocument/2006/relationships/hyperlink" Target="https://theswissbay.ch/pdf/Gentoomen%20Library/Programming/PHP/For.Dummies.PHP.5.for.Dummies.Apr.2004.eBook-DDU.pdf" TargetMode="External"/><Relationship Id="rId4" Type="http://schemas.openxmlformats.org/officeDocument/2006/relationships/hyperlink" Target="https://www.learninghub.ca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9089" y="1012904"/>
            <a:ext cx="10011697" cy="331329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 MYEIK LMS System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7077" y="1700849"/>
            <a:ext cx="10129684" cy="4404669"/>
          </a:xfrm>
        </p:spPr>
        <p:txBody>
          <a:bodyPr>
            <a:normAutofit/>
          </a:bodyPr>
          <a:lstStyle/>
          <a:p>
            <a:pPr algn="l"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KPTMYK-                         Mg Min Han Set Naing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KPTMYK-                         Mg Soe Kyaw Hein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KPTMYK-                         Ma Yadanar Win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KPTMYK-                         Ma Ei Phyo Myat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KPTMYK-001330                         Ma Thin Nandar Hsu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7077" y="752482"/>
            <a:ext cx="9144000" cy="754025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518920"/>
            <a:ext cx="9931400" cy="4526280"/>
          </a:xfrm>
        </p:spPr>
        <p:txBody>
          <a:bodyPr>
            <a:normAutofit fontScale="90000"/>
          </a:bodyPr>
          <a:lstStyle/>
          <a:p>
            <a:pPr algn="l">
              <a:lnSpc>
                <a:spcPct val="15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  <a:b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  <a:b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b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  <a:b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b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b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4760" y="325762"/>
            <a:ext cx="9144000" cy="754025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9350586" cy="953729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2160589"/>
            <a:ext cx="11160705" cy="3843971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 Myeik LMS is a web-based Learning Management System developed to support and manage online teaching and learning activities at the university.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consists of three main user roles: Admin, Teacher, and Student.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add and manage teacher and student accounts, view user lists, and monitor the total number of users.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join classes, access learning materials, view and download lecture files, and submit assignments online.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User, class, lecture, assignment and submission data can be systematically stored and managed in a database.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the time and effort required for traditional teaching and learning activities.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 Myeik LMS system makes the teaching and learning process easier, faster, and more efficient.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005" y="527893"/>
            <a:ext cx="9502986" cy="13208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1814" y="1784669"/>
            <a:ext cx="9502986" cy="4158931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an easy and efficient online learning platform for students and teachers</a:t>
            </a: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teachers to create classes and upload lecture , assignments</a:t>
            </a: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students to access learning materials and submit assignments and ‌and then download lecture files</a:t>
            </a: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the time and effort required for traditional teaching and learning activities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1631" y="1806627"/>
            <a:ext cx="8596668" cy="388077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Software Requirements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 Visual Studio Code or NuSphere PhpED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Browser: Any modern browser (recommended: Google Chrome or Mozilla Firefox)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10 or later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 Stack: XAMPP 3.3.0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PHP 8.0 or later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314" y="293545"/>
            <a:ext cx="8594485" cy="77336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D14CDF-D66F-97C1-9D06-988D5ED8F9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146" y="1270913"/>
            <a:ext cx="5858124" cy="4316173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789" y="1930400"/>
            <a:ext cx="8596668" cy="388077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access learning materials anytime and anywhere.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Lectures,  assignments and learning resources are managed in one system.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for teachers and students.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and students can communicate through the system.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can monitor students’ learning activities and progress.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9817946" cy="388077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requires a stable Internet connection.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or system errors may interrupt learning activities.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need a suitable device such as a smartphone, tablet or computer.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needs regular updates, maintenance and technical support.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accounts and learning data need proper security protection.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9411546" cy="388077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conclusion, PU Myeik LMS is a useful Learning Management System for Students, Teachers, and Admins.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easily access learning materials and assignments, while Teachers can efficiently manage courses and monitor students’ learning progress.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Admins, the system provides centralized management of users, courses, and system information.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Therefore, PU Myeik LMS makes the overall teaching and learning process more convenient, organized, and efficient.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[1] https://www.britishcouncil.org.mm/online-learning-hub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[2]   https://learninghub.com/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[3]   https://www.learninghub.ca/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[4] 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PHP 5 for DUMMIES, Janet Valade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[5] 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Beginning PHP and MySQL from Novice to Professional, W. Jason Gilmore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8614" y="2434909"/>
            <a:ext cx="9756986" cy="229457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dirty="0">
                <a:latin typeface="Arial Black" panose="020B0A04020102020204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</TotalTime>
  <Words>563</Words>
  <Application>Microsoft Office PowerPoint</Application>
  <PresentationFormat>Widescreen</PresentationFormat>
  <Paragraphs>46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Black</vt:lpstr>
      <vt:lpstr>Times New Roman</vt:lpstr>
      <vt:lpstr>Trebuchet MS</vt:lpstr>
      <vt:lpstr>Wingdings</vt:lpstr>
      <vt:lpstr>Wingdings 3</vt:lpstr>
      <vt:lpstr>Facet</vt:lpstr>
      <vt:lpstr>PU MYEIK LMS System  </vt:lpstr>
      <vt:lpstr>KPTMYK-                         Mg Min Han Set Naing KPTMYK-                         Mg Soe Kyaw Hein KPTMYK-                         Ma Yadanar Win KPTMYK-                         Ma Ei Phyo Myat KPTMYK-001330                         Ma Thin Nandar Hsu</vt:lpstr>
      <vt:lpstr>Project Description Objectives  System Requirements ER Diagram Advantages Conclusion Limitations References </vt:lpstr>
      <vt:lpstr>Project Description</vt:lpstr>
      <vt:lpstr>Objective</vt:lpstr>
      <vt:lpstr>System Requirements</vt:lpstr>
      <vt:lpstr>ER Diagram</vt:lpstr>
      <vt:lpstr>Advantages</vt:lpstr>
      <vt:lpstr>Limitation</vt:lpstr>
      <vt:lpstr>Conclusion</vt:lpstr>
      <vt:lpstr>Reference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Rabbit</dc:creator>
  <cp:lastModifiedBy>JULIA Rabbit</cp:lastModifiedBy>
  <cp:revision>17</cp:revision>
  <dcterms:created xsi:type="dcterms:W3CDTF">2026-09-06T04:27:00Z</dcterms:created>
  <dcterms:modified xsi:type="dcterms:W3CDTF">2026-09-06T07:34:19Z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C7B77A88D65F412DB67B697F4A983127_12</vt:lpwstr>
  </property>
  <property fmtid="{D5CDD505-2E9C-101B-9397-08002B2CF9AE}" pid="3" name="KSOProductBuildVer">
    <vt:lpwstr>1033-12.1.0.28485</vt:lpwstr>
  </property>
</Properties>
</file>