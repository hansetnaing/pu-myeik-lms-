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7780">
            <a:solidFill>
              <a:srgbClr val="143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237744"/>
            <a:ext cx="11713464" cy="164592"/>
          </a:xfrm>
          <a:prstGeom prst="rect">
            <a:avLst/>
          </a:prstGeom>
          <a:solidFill>
            <a:srgbClr val="14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" y="1673352"/>
            <a:ext cx="7818120" cy="32004"/>
          </a:xfrm>
          <a:prstGeom prst="rect">
            <a:avLst/>
          </a:prstGeom>
          <a:solidFill>
            <a:srgbClr val="CD9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566928"/>
            <a:ext cx="1464063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58368"/>
            <a:ext cx="81381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3156"/>
                </a:solidFill>
                <a:latin typeface="Times New Roman"/>
              </a:rPr>
              <a:t>POLYTECHNIC UNIVERSITY (MYEIK)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70432"/>
            <a:ext cx="8138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D9C29"/>
                </a:solidFill>
                <a:latin typeface="Times New Roman"/>
              </a:rPr>
              <a:t>FACULTY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29968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143156"/>
                </a:solidFill>
                <a:latin typeface="Times New Roman"/>
              </a:rP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15184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32934"/>
                </a:solidFill>
                <a:latin typeface="Aptos"/>
              </a:rPr>
              <a:t>Learning Management System Project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27248"/>
            <a:ext cx="10149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Times New Roman"/>
              </a:rPr>
              <a:t>All interested persons are cordially invited!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749039"/>
            <a:ext cx="8549640" cy="676656"/>
          </a:xfrm>
          <a:prstGeom prst="roundRect">
            <a:avLst/>
          </a:prstGeom>
          <a:solidFill>
            <a:srgbClr val="F3F7FC"/>
          </a:solidFill>
          <a:ln w="10160">
            <a:solidFill>
              <a:srgbClr val="D0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3156"/>
                </a:solidFill>
                <a:latin typeface="Aptos"/>
              </a:rPr>
              <a:t>Presented by:  Group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0749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3156"/>
                </a:solidFill>
                <a:latin typeface="Times New Roman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74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934"/>
                </a:solidFill>
                <a:latin typeface="Times New Roman"/>
              </a:rPr>
              <a:t>2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468112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3156"/>
                </a:solidFill>
                <a:latin typeface="Times New Roman"/>
              </a:rPr>
              <a:t>Time: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468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934"/>
                </a:solidFill>
                <a:latin typeface="Times New Roman"/>
              </a:rPr>
              <a:t>9:00 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861304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3156"/>
                </a:solidFill>
                <a:latin typeface="Times New Roman"/>
              </a:rPr>
              <a:t>Place: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86130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934"/>
                </a:solidFill>
                <a:latin typeface="Times New Roman"/>
              </a:rPr>
              <a:t>Fourth Year Section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5760720"/>
            <a:ext cx="4251960" cy="329184"/>
          </a:xfrm>
          <a:prstGeom prst="rect">
            <a:avLst/>
          </a:prstGeom>
          <a:solidFill>
            <a:srgbClr val="14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PU Myeik LMS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